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aser Arabic Bold" charset="1" panose="00000800000000000000"/>
      <p:regular r:id="rId20"/>
    </p:embeddedFont>
    <p:embeddedFont>
      <p:font typeface="Montaser Arabic Semi-Bold" charset="1" panose="00000700000000000000"/>
      <p:regular r:id="rId21"/>
    </p:embeddedFont>
    <p:embeddedFont>
      <p:font typeface="Roboto" charset="1" panose="02000000000000000000"/>
      <p:regular r:id="rId22"/>
    </p:embeddedFont>
    <p:embeddedFont>
      <p:font typeface="Roboto Bold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3833" y="7567746"/>
            <a:ext cx="8448241" cy="940775"/>
            <a:chOff x="0" y="0"/>
            <a:chExt cx="6272588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72588" cy="698500"/>
            </a:xfrm>
            <a:custGeom>
              <a:avLst/>
              <a:gdLst/>
              <a:ahLst/>
              <a:cxnLst/>
              <a:rect r="r" b="b" t="t" l="l"/>
              <a:pathLst>
                <a:path h="698500" w="6272588">
                  <a:moveTo>
                    <a:pt x="6272588" y="349250"/>
                  </a:moveTo>
                  <a:lnTo>
                    <a:pt x="606938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69388" y="0"/>
                  </a:lnTo>
                  <a:lnTo>
                    <a:pt x="6272588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6043988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3833" y="716578"/>
            <a:ext cx="5145615" cy="1219121"/>
            <a:chOff x="0" y="0"/>
            <a:chExt cx="2948201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8200" cy="698500"/>
            </a:xfrm>
            <a:custGeom>
              <a:avLst/>
              <a:gdLst/>
              <a:ahLst/>
              <a:cxnLst/>
              <a:rect r="r" b="b" t="t" l="l"/>
              <a:pathLst>
                <a:path h="698500" w="2948200">
                  <a:moveTo>
                    <a:pt x="2948200" y="349250"/>
                  </a:moveTo>
                  <a:lnTo>
                    <a:pt x="27450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745000" y="0"/>
                  </a:lnTo>
                  <a:lnTo>
                    <a:pt x="29482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271960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74964" y="976404"/>
            <a:ext cx="11070431" cy="9513652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59209" y="3281307"/>
            <a:ext cx="11070431" cy="9513652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944187"/>
            <a:ext cx="11974745" cy="342813"/>
            <a:chOff x="0" y="0"/>
            <a:chExt cx="513178" cy="146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178" cy="14691"/>
            </a:xfrm>
            <a:custGeom>
              <a:avLst/>
              <a:gdLst/>
              <a:ahLst/>
              <a:cxnLst/>
              <a:rect r="r" b="b" t="t" l="l"/>
              <a:pathLst>
                <a:path h="14691" w="513178">
                  <a:moveTo>
                    <a:pt x="0" y="0"/>
                  </a:moveTo>
                  <a:lnTo>
                    <a:pt x="513178" y="0"/>
                  </a:lnTo>
                  <a:lnTo>
                    <a:pt x="513178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3178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22406" y="5701705"/>
            <a:ext cx="10671231" cy="9170589"/>
            <a:chOff x="0" y="0"/>
            <a:chExt cx="8128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817999">
            <a:off x="10762462" y="-992857"/>
            <a:ext cx="2424565" cy="4384661"/>
            <a:chOff x="0" y="0"/>
            <a:chExt cx="638569" cy="11548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8569" cy="1154808"/>
            </a:xfrm>
            <a:custGeom>
              <a:avLst/>
              <a:gdLst/>
              <a:ahLst/>
              <a:cxnLst/>
              <a:rect r="r" b="b" t="t" l="l"/>
              <a:pathLst>
                <a:path h="1154808" w="638569">
                  <a:moveTo>
                    <a:pt x="0" y="0"/>
                  </a:moveTo>
                  <a:lnTo>
                    <a:pt x="638569" y="0"/>
                  </a:lnTo>
                  <a:lnTo>
                    <a:pt x="638569" y="1154808"/>
                  </a:lnTo>
                  <a:lnTo>
                    <a:pt x="0" y="1154808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8569" cy="1192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817999">
            <a:off x="9217672" y="-1177367"/>
            <a:ext cx="1509260" cy="3705499"/>
            <a:chOff x="0" y="0"/>
            <a:chExt cx="397500" cy="9759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7500" cy="975934"/>
            </a:xfrm>
            <a:custGeom>
              <a:avLst/>
              <a:gdLst/>
              <a:ahLst/>
              <a:cxnLst/>
              <a:rect r="r" b="b" t="t" l="l"/>
              <a:pathLst>
                <a:path h="975934" w="397500">
                  <a:moveTo>
                    <a:pt x="0" y="0"/>
                  </a:moveTo>
                  <a:lnTo>
                    <a:pt x="397500" y="0"/>
                  </a:lnTo>
                  <a:lnTo>
                    <a:pt x="397500" y="975934"/>
                  </a:lnTo>
                  <a:lnTo>
                    <a:pt x="0" y="975934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97500" cy="1014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1817999">
            <a:off x="13029386" y="8080630"/>
            <a:ext cx="1876303" cy="3232738"/>
            <a:chOff x="0" y="0"/>
            <a:chExt cx="494170" cy="8514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4170" cy="851421"/>
            </a:xfrm>
            <a:custGeom>
              <a:avLst/>
              <a:gdLst/>
              <a:ahLst/>
              <a:cxnLst/>
              <a:rect r="r" b="b" t="t" l="l"/>
              <a:pathLst>
                <a:path h="851421" w="494170">
                  <a:moveTo>
                    <a:pt x="0" y="0"/>
                  </a:moveTo>
                  <a:lnTo>
                    <a:pt x="494170" y="0"/>
                  </a:lnTo>
                  <a:lnTo>
                    <a:pt x="494170" y="851421"/>
                  </a:lnTo>
                  <a:lnTo>
                    <a:pt x="0" y="851421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94170" cy="889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1817999">
            <a:off x="10832519" y="6061699"/>
            <a:ext cx="2139250" cy="4597636"/>
            <a:chOff x="0" y="0"/>
            <a:chExt cx="563424" cy="1210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3424" cy="1210900"/>
            </a:xfrm>
            <a:custGeom>
              <a:avLst/>
              <a:gdLst/>
              <a:ahLst/>
              <a:cxnLst/>
              <a:rect r="r" b="b" t="t" l="l"/>
              <a:pathLst>
                <a:path h="1210900" w="563424">
                  <a:moveTo>
                    <a:pt x="0" y="0"/>
                  </a:moveTo>
                  <a:lnTo>
                    <a:pt x="563424" y="0"/>
                  </a:lnTo>
                  <a:lnTo>
                    <a:pt x="563424" y="1210900"/>
                  </a:lnTo>
                  <a:lnTo>
                    <a:pt x="0" y="121090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63424" cy="124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01593" y="6620078"/>
            <a:ext cx="8578028" cy="7371743"/>
            <a:chOff x="0" y="0"/>
            <a:chExt cx="812800" cy="698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ln w="457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1322406" y="-85816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8"/>
                </a:lnTo>
                <a:lnTo>
                  <a:pt x="0" y="868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7" id="37"/>
          <p:cNvGrpSpPr/>
          <p:nvPr/>
        </p:nvGrpSpPr>
        <p:grpSpPr>
          <a:xfrm rot="0">
            <a:off x="9979840" y="1420443"/>
            <a:ext cx="8664570" cy="7446115"/>
            <a:chOff x="0" y="0"/>
            <a:chExt cx="812800" cy="698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099523" y="-536363"/>
            <a:ext cx="1248262" cy="1072725"/>
            <a:chOff x="0" y="0"/>
            <a:chExt cx="812800" cy="698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60084" y="664752"/>
            <a:ext cx="769614" cy="661387"/>
            <a:chOff x="0" y="0"/>
            <a:chExt cx="812800" cy="698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5" id="4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111543" y="6513876"/>
            <a:ext cx="2737665" cy="2352681"/>
            <a:chOff x="0" y="0"/>
            <a:chExt cx="812800" cy="698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8" id="4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1071563" y="2922924"/>
            <a:ext cx="0" cy="2913149"/>
          </a:xfrm>
          <a:prstGeom prst="line">
            <a:avLst/>
          </a:prstGeom>
          <a:ln cap="flat" w="114300">
            <a:gradFill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5402753" y="1183223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2" y="0"/>
                </a:lnTo>
                <a:lnTo>
                  <a:pt x="822532" y="285830"/>
                </a:lnTo>
                <a:lnTo>
                  <a:pt x="0" y="285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6987927" y="9312887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2" y="0"/>
                </a:lnTo>
                <a:lnTo>
                  <a:pt x="822532" y="285830"/>
                </a:lnTo>
                <a:lnTo>
                  <a:pt x="0" y="28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234662" y="3592771"/>
            <a:ext cx="7734353" cy="149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6"/>
              </a:lnSpc>
              <a:spcBef>
                <a:spcPct val="0"/>
              </a:spcBef>
            </a:pPr>
            <a:r>
              <a:rPr lang="en-US" b="true" sz="8726">
                <a:solidFill>
                  <a:srgbClr val="035003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TECHSHARE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7731701"/>
            <a:ext cx="6533860" cy="55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1"/>
              </a:lnSpc>
              <a:spcBef>
                <a:spcPct val="0"/>
              </a:spcBef>
            </a:pPr>
            <a:r>
              <a:rPr lang="en-US" b="true" sz="3322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PROJETO INTEGRADOR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6591" y="837710"/>
            <a:ext cx="4827562" cy="8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591" b="true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TDS - SENAC </a:t>
            </a:r>
          </a:p>
          <a:p>
            <a:pPr algn="l">
              <a:lnSpc>
                <a:spcPts val="3628"/>
              </a:lnSpc>
              <a:spcBef>
                <a:spcPct val="0"/>
              </a:spcBef>
            </a:pPr>
            <a:r>
              <a:rPr lang="en-US" b="true" sz="2591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| SÃO LEOPOLDO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8150" y="6325686"/>
            <a:ext cx="10030817" cy="76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231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231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enrique Lenz, Marcelo Rocha, Marcelo Rodrigues,</a:t>
            </a:r>
          </a:p>
          <a:p>
            <a:pPr algn="l">
              <a:lnSpc>
                <a:spcPts val="3015"/>
              </a:lnSpc>
            </a:pPr>
            <a:r>
              <a:rPr lang="en-US" sz="231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Otto Machado, João Cardoso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506516" y="1653707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70383" y="-3164852"/>
            <a:ext cx="10671231" cy="9170589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61317" y="9944187"/>
            <a:ext cx="16526683" cy="342813"/>
            <a:chOff x="0" y="0"/>
            <a:chExt cx="708251" cy="1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8251" cy="14691"/>
            </a:xfrm>
            <a:custGeom>
              <a:avLst/>
              <a:gdLst/>
              <a:ahLst/>
              <a:cxnLst/>
              <a:rect r="r" b="b" t="t" l="l"/>
              <a:pathLst>
                <a:path h="14691" w="708251">
                  <a:moveTo>
                    <a:pt x="0" y="0"/>
                  </a:moveTo>
                  <a:lnTo>
                    <a:pt x="708251" y="0"/>
                  </a:lnTo>
                  <a:lnTo>
                    <a:pt x="708251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08251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0">
            <a:off x="-1716084" y="1653707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8181765" y="8680918"/>
                </a:moveTo>
                <a:lnTo>
                  <a:pt x="0" y="8680918"/>
                </a:lnTo>
                <a:lnTo>
                  <a:pt x="0" y="0"/>
                </a:lnTo>
                <a:lnTo>
                  <a:pt x="8181765" y="0"/>
                </a:lnTo>
                <a:lnTo>
                  <a:pt x="8181765" y="868091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8778389" y="3989205"/>
            <a:ext cx="11724084" cy="861084"/>
            <a:chOff x="0" y="0"/>
            <a:chExt cx="9510419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10419" cy="698500"/>
            </a:xfrm>
            <a:custGeom>
              <a:avLst/>
              <a:gdLst/>
              <a:ahLst/>
              <a:cxnLst/>
              <a:rect r="r" b="b" t="t" l="l"/>
              <a:pathLst>
                <a:path h="698500" w="9510419">
                  <a:moveTo>
                    <a:pt x="9510419" y="349250"/>
                  </a:moveTo>
                  <a:lnTo>
                    <a:pt x="930721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9307219" y="0"/>
                  </a:lnTo>
                  <a:lnTo>
                    <a:pt x="9510419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38100"/>
              <a:ext cx="928181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817999">
            <a:off x="3232192" y="-1361850"/>
            <a:ext cx="2126545" cy="6406476"/>
            <a:chOff x="0" y="0"/>
            <a:chExt cx="560078" cy="16873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078" cy="1687302"/>
            </a:xfrm>
            <a:custGeom>
              <a:avLst/>
              <a:gdLst/>
              <a:ahLst/>
              <a:cxnLst/>
              <a:rect r="r" b="b" t="t" l="l"/>
              <a:pathLst>
                <a:path h="1687302" w="560078">
                  <a:moveTo>
                    <a:pt x="0" y="0"/>
                  </a:moveTo>
                  <a:lnTo>
                    <a:pt x="560078" y="0"/>
                  </a:lnTo>
                  <a:lnTo>
                    <a:pt x="560078" y="1687302"/>
                  </a:lnTo>
                  <a:lnTo>
                    <a:pt x="0" y="1687302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60078" cy="1725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817999">
            <a:off x="3595764" y="-881177"/>
            <a:ext cx="1066729" cy="2791252"/>
            <a:chOff x="0" y="0"/>
            <a:chExt cx="280949" cy="7351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0949" cy="735145"/>
            </a:xfrm>
            <a:custGeom>
              <a:avLst/>
              <a:gdLst/>
              <a:ahLst/>
              <a:cxnLst/>
              <a:rect r="r" b="b" t="t" l="l"/>
              <a:pathLst>
                <a:path h="735145" w="280949">
                  <a:moveTo>
                    <a:pt x="0" y="0"/>
                  </a:moveTo>
                  <a:lnTo>
                    <a:pt x="280949" y="0"/>
                  </a:lnTo>
                  <a:lnTo>
                    <a:pt x="280949" y="735145"/>
                  </a:lnTo>
                  <a:lnTo>
                    <a:pt x="0" y="735145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80949" cy="77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1817999">
            <a:off x="1493423" y="7701571"/>
            <a:ext cx="1904051" cy="4075262"/>
            <a:chOff x="0" y="0"/>
            <a:chExt cx="501479" cy="1073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1479" cy="1073320"/>
            </a:xfrm>
            <a:custGeom>
              <a:avLst/>
              <a:gdLst/>
              <a:ahLst/>
              <a:cxnLst/>
              <a:rect r="r" b="b" t="t" l="l"/>
              <a:pathLst>
                <a:path h="1073320" w="501479">
                  <a:moveTo>
                    <a:pt x="0" y="0"/>
                  </a:moveTo>
                  <a:lnTo>
                    <a:pt x="501479" y="0"/>
                  </a:lnTo>
                  <a:lnTo>
                    <a:pt x="501479" y="1073320"/>
                  </a:lnTo>
                  <a:lnTo>
                    <a:pt x="0" y="107332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1479" cy="1111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2450607" y="1420443"/>
            <a:ext cx="8664570" cy="7446115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95432" y="481435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2" y="0"/>
                </a:lnTo>
                <a:lnTo>
                  <a:pt x="822532" y="285830"/>
                </a:lnTo>
                <a:lnTo>
                  <a:pt x="0" y="285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436768" y="742870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2" y="0"/>
                </a:lnTo>
                <a:lnTo>
                  <a:pt x="822532" y="285830"/>
                </a:lnTo>
                <a:lnTo>
                  <a:pt x="0" y="28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229674" y="1094860"/>
            <a:ext cx="11058326" cy="125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  <a:spcBef>
                <a:spcPct val="0"/>
              </a:spcBef>
            </a:pPr>
            <a:r>
              <a:rPr lang="en-US" b="true" sz="7348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5707" y="5021739"/>
            <a:ext cx="884405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plataforma TechShare é uma solução digital voltada à doação e reutilização de dispositivos eletrônicos em desuso.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66508" y="4055892"/>
            <a:ext cx="11893616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41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 que é a TechShare?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076717" y="8451942"/>
            <a:ext cx="1248262" cy="1072725"/>
            <a:chOff x="0" y="0"/>
            <a:chExt cx="812800" cy="698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150481" y="224398"/>
            <a:ext cx="769614" cy="661387"/>
            <a:chOff x="0" y="0"/>
            <a:chExt cx="812800" cy="698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78389" y="6351681"/>
            <a:ext cx="11724084" cy="861084"/>
            <a:chOff x="0" y="0"/>
            <a:chExt cx="9510419" cy="698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10419" cy="698500"/>
            </a:xfrm>
            <a:custGeom>
              <a:avLst/>
              <a:gdLst/>
              <a:ahLst/>
              <a:cxnLst/>
              <a:rect r="r" b="b" t="t" l="l"/>
              <a:pathLst>
                <a:path h="698500" w="9510419">
                  <a:moveTo>
                    <a:pt x="9510419" y="349250"/>
                  </a:moveTo>
                  <a:lnTo>
                    <a:pt x="930721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9307219" y="0"/>
                  </a:lnTo>
                  <a:lnTo>
                    <a:pt x="9510419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114300" y="-38100"/>
              <a:ext cx="928181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566508" y="6418368"/>
            <a:ext cx="10808576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42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 que a TechShare faz?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45707" y="7384215"/>
            <a:ext cx="884405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TechShare conecta quem quer doar dispositivos eletrônicos com quem está precisando, porém não tem condições de comprar.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10460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369236" y="3489744"/>
            <a:ext cx="12199536" cy="861084"/>
            <a:chOff x="0" y="0"/>
            <a:chExt cx="9896099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96099" cy="698500"/>
            </a:xfrm>
            <a:custGeom>
              <a:avLst/>
              <a:gdLst/>
              <a:ahLst/>
              <a:cxnLst/>
              <a:rect r="r" b="b" t="t" l="l"/>
              <a:pathLst>
                <a:path h="698500" w="9896099">
                  <a:moveTo>
                    <a:pt x="9896099" y="349250"/>
                  </a:moveTo>
                  <a:lnTo>
                    <a:pt x="969289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9692899" y="0"/>
                  </a:lnTo>
                  <a:lnTo>
                    <a:pt x="9896099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966749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244359" y="3058828"/>
            <a:ext cx="6227305" cy="6444817"/>
          </a:xfrm>
          <a:custGeom>
            <a:avLst/>
            <a:gdLst/>
            <a:ahLst/>
            <a:cxnLst/>
            <a:rect r="r" b="b" t="t" l="l"/>
            <a:pathLst>
              <a:path h="6444817" w="6227305">
                <a:moveTo>
                  <a:pt x="0" y="0"/>
                </a:moveTo>
                <a:lnTo>
                  <a:pt x="6227305" y="0"/>
                </a:lnTo>
                <a:lnTo>
                  <a:pt x="6227305" y="6444818"/>
                </a:lnTo>
                <a:lnTo>
                  <a:pt x="0" y="6444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8081" y="4528646"/>
            <a:ext cx="7087218" cy="32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1"/>
              </a:lnSpc>
            </a:pPr>
            <a:r>
              <a:rPr lang="en-US" sz="253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proposta da TechShare é disponibilizar uma plataforma digital acessível, na qual o usuário possa criar uma conta e, a partir dela, optar por doar ou solicitar equipamentos como celulares, tablets ou notebooks que, embora fora de uso por seus antigos donos, ainda apresentam pleno funcionamento e utilidade </a:t>
            </a:r>
          </a:p>
          <a:p>
            <a:pPr algn="just">
              <a:lnSpc>
                <a:spcPts val="3291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16435" y="1455741"/>
            <a:ext cx="11058326" cy="125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  <a:spcBef>
                <a:spcPct val="0"/>
              </a:spcBef>
            </a:pPr>
            <a:r>
              <a:rPr lang="en-US" b="true" sz="7348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6435748" y="3529126"/>
            <a:ext cx="11274089" cy="7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19"/>
              </a:lnSpc>
            </a:pPr>
            <a:r>
              <a:rPr lang="en-US" sz="4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Proposta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47680" y="625694"/>
            <a:ext cx="12177295" cy="9132971"/>
          </a:xfrm>
          <a:custGeom>
            <a:avLst/>
            <a:gdLst/>
            <a:ahLst/>
            <a:cxnLst/>
            <a:rect r="r" b="b" t="t" l="l"/>
            <a:pathLst>
              <a:path h="9132971" w="12177295">
                <a:moveTo>
                  <a:pt x="0" y="0"/>
                </a:moveTo>
                <a:lnTo>
                  <a:pt x="12177295" y="0"/>
                </a:lnTo>
                <a:lnTo>
                  <a:pt x="12177295" y="9132972"/>
                </a:lnTo>
                <a:lnTo>
                  <a:pt x="0" y="9132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7680" y="625694"/>
            <a:ext cx="12177295" cy="9191106"/>
          </a:xfrm>
          <a:custGeom>
            <a:avLst/>
            <a:gdLst/>
            <a:ahLst/>
            <a:cxnLst/>
            <a:rect r="r" b="b" t="t" l="l"/>
            <a:pathLst>
              <a:path h="9191106" w="12177295">
                <a:moveTo>
                  <a:pt x="0" y="0"/>
                </a:moveTo>
                <a:lnTo>
                  <a:pt x="12177295" y="0"/>
                </a:lnTo>
                <a:lnTo>
                  <a:pt x="12177295" y="9191106"/>
                </a:lnTo>
                <a:lnTo>
                  <a:pt x="0" y="9191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0" r="-1000" b="-18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29458" y="1494126"/>
            <a:ext cx="12548497" cy="1275174"/>
            <a:chOff x="0" y="0"/>
            <a:chExt cx="10179171" cy="10344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79171" cy="1034404"/>
            </a:xfrm>
            <a:custGeom>
              <a:avLst/>
              <a:gdLst/>
              <a:ahLst/>
              <a:cxnLst/>
              <a:rect r="r" b="b" t="t" l="l"/>
              <a:pathLst>
                <a:path h="1034404" w="10179171">
                  <a:moveTo>
                    <a:pt x="10179171" y="517202"/>
                  </a:moveTo>
                  <a:lnTo>
                    <a:pt x="9975971" y="1034404"/>
                  </a:lnTo>
                  <a:lnTo>
                    <a:pt x="203200" y="1034404"/>
                  </a:lnTo>
                  <a:lnTo>
                    <a:pt x="0" y="517202"/>
                  </a:lnTo>
                  <a:lnTo>
                    <a:pt x="203200" y="0"/>
                  </a:lnTo>
                  <a:lnTo>
                    <a:pt x="9975971" y="0"/>
                  </a:lnTo>
                  <a:lnTo>
                    <a:pt x="10179171" y="5172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9950571" cy="1072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16435" y="1446216"/>
            <a:ext cx="11058326" cy="122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8"/>
              </a:lnSpc>
              <a:spcBef>
                <a:spcPct val="0"/>
              </a:spcBef>
            </a:pPr>
            <a:r>
              <a:rPr lang="en-US" b="true" sz="7148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AVANÇO TECNOLÓGICO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349323" y="3668013"/>
            <a:ext cx="9886244" cy="2935782"/>
            <a:chOff x="0" y="0"/>
            <a:chExt cx="8019588" cy="23814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19587" cy="2381467"/>
            </a:xfrm>
            <a:custGeom>
              <a:avLst/>
              <a:gdLst/>
              <a:ahLst/>
              <a:cxnLst/>
              <a:rect r="r" b="b" t="t" l="l"/>
              <a:pathLst>
                <a:path h="2381467" w="8019587">
                  <a:moveTo>
                    <a:pt x="8019587" y="1190733"/>
                  </a:moveTo>
                  <a:lnTo>
                    <a:pt x="7816387" y="2381467"/>
                  </a:lnTo>
                  <a:lnTo>
                    <a:pt x="203200" y="2381467"/>
                  </a:lnTo>
                  <a:lnTo>
                    <a:pt x="0" y="1190733"/>
                  </a:lnTo>
                  <a:lnTo>
                    <a:pt x="203200" y="0"/>
                  </a:lnTo>
                  <a:lnTo>
                    <a:pt x="7816387" y="0"/>
                  </a:lnTo>
                  <a:lnTo>
                    <a:pt x="8019587" y="1190733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7790988" cy="2419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8431" y="4689058"/>
            <a:ext cx="7872485" cy="85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6752" indent="-278376" lvl="1">
              <a:lnSpc>
                <a:spcPts val="3352"/>
              </a:lnSpc>
              <a:buFont typeface="Arial"/>
              <a:buChar char="•"/>
            </a:pPr>
            <a:r>
              <a:rPr lang="en-US" b="true" sz="257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Softwares exigem cada vez mais capacidade de processamento.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431" y="5808909"/>
            <a:ext cx="9428489" cy="42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522" indent="-280761" lvl="1">
              <a:lnSpc>
                <a:spcPts val="3381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Aparelhos mais acessíveis perdem a utilidade.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431" y="4021624"/>
            <a:ext cx="8679312" cy="43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6752" indent="-278376" lvl="1">
              <a:lnSpc>
                <a:spcPts val="3352"/>
              </a:lnSpc>
              <a:buFont typeface="Arial"/>
              <a:buChar char="•"/>
            </a:pPr>
            <a:r>
              <a:rPr lang="en-US" b="true" sz="257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 cada década a tecnologia avança mais rapidamente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29458" y="1494126"/>
            <a:ext cx="10675506" cy="1275174"/>
            <a:chOff x="0" y="0"/>
            <a:chExt cx="8659826" cy="10344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59826" cy="1034404"/>
            </a:xfrm>
            <a:custGeom>
              <a:avLst/>
              <a:gdLst/>
              <a:ahLst/>
              <a:cxnLst/>
              <a:rect r="r" b="b" t="t" l="l"/>
              <a:pathLst>
                <a:path h="1034404" w="8659826">
                  <a:moveTo>
                    <a:pt x="8659826" y="517202"/>
                  </a:moveTo>
                  <a:lnTo>
                    <a:pt x="8456626" y="1034404"/>
                  </a:lnTo>
                  <a:lnTo>
                    <a:pt x="203200" y="1034404"/>
                  </a:lnTo>
                  <a:lnTo>
                    <a:pt x="0" y="517202"/>
                  </a:lnTo>
                  <a:lnTo>
                    <a:pt x="203200" y="0"/>
                  </a:lnTo>
                  <a:lnTo>
                    <a:pt x="8456626" y="0"/>
                  </a:lnTo>
                  <a:lnTo>
                    <a:pt x="8659826" y="5172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8431226" cy="1072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15627" y="1446216"/>
            <a:ext cx="11058326" cy="122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8"/>
              </a:lnSpc>
              <a:spcBef>
                <a:spcPct val="0"/>
              </a:spcBef>
            </a:pPr>
            <a:r>
              <a:rPr lang="en-US" b="true" sz="7148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LIXO ELETRÔNICO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349323" y="4590101"/>
            <a:ext cx="11038742" cy="2033709"/>
            <a:chOff x="0" y="0"/>
            <a:chExt cx="8866354" cy="16334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66354" cy="1633481"/>
            </a:xfrm>
            <a:custGeom>
              <a:avLst/>
              <a:gdLst/>
              <a:ahLst/>
              <a:cxnLst/>
              <a:rect r="r" b="b" t="t" l="l"/>
              <a:pathLst>
                <a:path h="1633481" w="8866354">
                  <a:moveTo>
                    <a:pt x="8866354" y="816741"/>
                  </a:moveTo>
                  <a:lnTo>
                    <a:pt x="8663154" y="1633481"/>
                  </a:lnTo>
                  <a:lnTo>
                    <a:pt x="203200" y="1633481"/>
                  </a:lnTo>
                  <a:lnTo>
                    <a:pt x="0" y="816741"/>
                  </a:lnTo>
                  <a:lnTo>
                    <a:pt x="203200" y="0"/>
                  </a:lnTo>
                  <a:lnTo>
                    <a:pt x="8663154" y="0"/>
                  </a:lnTo>
                  <a:lnTo>
                    <a:pt x="8866354" y="816741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8637754" cy="1671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8431" y="4719192"/>
            <a:ext cx="9428489" cy="42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522" indent="-280761" lvl="1">
              <a:lnSpc>
                <a:spcPts val="3381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Acúmulo de lixo eletrônico nos grandes centros urbanos.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431" y="5579274"/>
            <a:ext cx="9875126" cy="85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522" indent="-280761" lvl="1">
              <a:lnSpc>
                <a:spcPts val="3381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Substâncias tóxicas e metais pesados presentes nos resíduos eletrônicos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19297" y="693560"/>
            <a:ext cx="7690198" cy="4025172"/>
          </a:xfrm>
          <a:custGeom>
            <a:avLst/>
            <a:gdLst/>
            <a:ahLst/>
            <a:cxnLst/>
            <a:rect r="r" b="b" t="t" l="l"/>
            <a:pathLst>
              <a:path h="4025172" w="7690198">
                <a:moveTo>
                  <a:pt x="0" y="0"/>
                </a:moveTo>
                <a:lnTo>
                  <a:pt x="7690197" y="0"/>
                </a:lnTo>
                <a:lnTo>
                  <a:pt x="7690197" y="4025173"/>
                </a:lnTo>
                <a:lnTo>
                  <a:pt x="0" y="40251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5529734"/>
            <a:ext cx="7766708" cy="4023716"/>
          </a:xfrm>
          <a:custGeom>
            <a:avLst/>
            <a:gdLst/>
            <a:ahLst/>
            <a:cxnLst/>
            <a:rect r="r" b="b" t="t" l="l"/>
            <a:pathLst>
              <a:path h="4023716" w="7766708">
                <a:moveTo>
                  <a:pt x="0" y="0"/>
                </a:moveTo>
                <a:lnTo>
                  <a:pt x="7766708" y="0"/>
                </a:lnTo>
                <a:lnTo>
                  <a:pt x="7766708" y="4023716"/>
                </a:lnTo>
                <a:lnTo>
                  <a:pt x="0" y="40237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0" y="6582090"/>
            <a:ext cx="9299985" cy="1066931"/>
            <a:chOff x="0" y="0"/>
            <a:chExt cx="9811409" cy="11256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11409" cy="1125604"/>
            </a:xfrm>
            <a:custGeom>
              <a:avLst/>
              <a:gdLst/>
              <a:ahLst/>
              <a:cxnLst/>
              <a:rect r="r" b="b" t="t" l="l"/>
              <a:pathLst>
                <a:path h="1125604" w="9811409">
                  <a:moveTo>
                    <a:pt x="9811409" y="562802"/>
                  </a:moveTo>
                  <a:lnTo>
                    <a:pt x="9608209" y="1125604"/>
                  </a:lnTo>
                  <a:lnTo>
                    <a:pt x="203200" y="1125604"/>
                  </a:lnTo>
                  <a:lnTo>
                    <a:pt x="0" y="562802"/>
                  </a:lnTo>
                  <a:lnTo>
                    <a:pt x="203200" y="0"/>
                  </a:lnTo>
                  <a:lnTo>
                    <a:pt x="9608209" y="0"/>
                  </a:lnTo>
                  <a:lnTo>
                    <a:pt x="9811409" y="5628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38100"/>
              <a:ext cx="9582809" cy="116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23320" y="6597528"/>
            <a:ext cx="8502780" cy="91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9"/>
              </a:lnSpc>
              <a:spcBef>
                <a:spcPct val="0"/>
              </a:spcBef>
            </a:pPr>
            <a:r>
              <a:rPr lang="en-US" b="true" sz="533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PESQUISA DE CAMPO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229476" y="420509"/>
            <a:ext cx="10583717" cy="861084"/>
            <a:chOff x="0" y="0"/>
            <a:chExt cx="8585368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85368" cy="698500"/>
            </a:xfrm>
            <a:custGeom>
              <a:avLst/>
              <a:gdLst/>
              <a:ahLst/>
              <a:cxnLst/>
              <a:rect r="r" b="b" t="t" l="l"/>
              <a:pathLst>
                <a:path h="698500" w="8585368">
                  <a:moveTo>
                    <a:pt x="8585368" y="349250"/>
                  </a:moveTo>
                  <a:lnTo>
                    <a:pt x="838216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8382168" y="0"/>
                  </a:lnTo>
                  <a:lnTo>
                    <a:pt x="8585368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8356768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7579" y="1416089"/>
            <a:ext cx="9213725" cy="3778275"/>
          </a:xfrm>
          <a:custGeom>
            <a:avLst/>
            <a:gdLst/>
            <a:ahLst/>
            <a:cxnLst/>
            <a:rect r="r" b="b" t="t" l="l"/>
            <a:pathLst>
              <a:path h="3778275" w="9213725">
                <a:moveTo>
                  <a:pt x="0" y="0"/>
                </a:moveTo>
                <a:lnTo>
                  <a:pt x="9213725" y="0"/>
                </a:lnTo>
                <a:lnTo>
                  <a:pt x="9213725" y="3778275"/>
                </a:lnTo>
                <a:lnTo>
                  <a:pt x="0" y="3778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11" t="-191" r="0" b="-19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059249" y="5720156"/>
            <a:ext cx="8163034" cy="4125287"/>
          </a:xfrm>
          <a:custGeom>
            <a:avLst/>
            <a:gdLst/>
            <a:ahLst/>
            <a:cxnLst/>
            <a:rect r="r" b="b" t="t" l="l"/>
            <a:pathLst>
              <a:path h="4125287" w="8163034">
                <a:moveTo>
                  <a:pt x="0" y="0"/>
                </a:moveTo>
                <a:lnTo>
                  <a:pt x="8163035" y="0"/>
                </a:lnTo>
                <a:lnTo>
                  <a:pt x="8163035" y="4125287"/>
                </a:lnTo>
                <a:lnTo>
                  <a:pt x="0" y="4125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-378953" y="540536"/>
            <a:ext cx="980968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79"/>
              </a:lnSpc>
            </a:pPr>
            <a:r>
              <a:rPr lang="en-US" sz="35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Tipos de eletrônicos guardados sem uso: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81114" y="4763822"/>
            <a:ext cx="8624280" cy="861084"/>
            <a:chOff x="0" y="0"/>
            <a:chExt cx="6995900" cy="698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95900" cy="698500"/>
            </a:xfrm>
            <a:custGeom>
              <a:avLst/>
              <a:gdLst/>
              <a:ahLst/>
              <a:cxnLst/>
              <a:rect r="r" b="b" t="t" l="l"/>
              <a:pathLst>
                <a:path h="698500" w="6995900">
                  <a:moveTo>
                    <a:pt x="6995900" y="349250"/>
                  </a:moveTo>
                  <a:lnTo>
                    <a:pt x="67927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792700" y="0"/>
                  </a:lnTo>
                  <a:lnTo>
                    <a:pt x="69959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114300" y="-38100"/>
              <a:ext cx="67673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198659" y="4883849"/>
            <a:ext cx="583573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79"/>
              </a:lnSpc>
            </a:pPr>
            <a:r>
              <a:rPr lang="en-US" sz="35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Disponibilidade para doar: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282008" y="4641813"/>
            <a:ext cx="12549364" cy="5497533"/>
            <a:chOff x="0" y="0"/>
            <a:chExt cx="16732485" cy="73300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874668" y="3223895"/>
              <a:ext cx="6857817" cy="3845938"/>
            </a:xfrm>
            <a:custGeom>
              <a:avLst/>
              <a:gdLst/>
              <a:ahLst/>
              <a:cxnLst/>
              <a:rect r="r" b="b" t="t" l="l"/>
              <a:pathLst>
                <a:path h="3845938" w="6857817">
                  <a:moveTo>
                    <a:pt x="0" y="0"/>
                  </a:moveTo>
                  <a:lnTo>
                    <a:pt x="6857817" y="0"/>
                  </a:lnTo>
                  <a:lnTo>
                    <a:pt x="6857817" y="3845937"/>
                  </a:lnTo>
                  <a:lnTo>
                    <a:pt x="0" y="3845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2766760"/>
              <a:ext cx="3952945" cy="4563284"/>
            </a:xfrm>
            <a:custGeom>
              <a:avLst/>
              <a:gdLst/>
              <a:ahLst/>
              <a:cxnLst/>
              <a:rect r="r" b="b" t="t" l="l"/>
              <a:pathLst>
                <a:path h="4563284" w="3952945">
                  <a:moveTo>
                    <a:pt x="0" y="0"/>
                  </a:moveTo>
                  <a:lnTo>
                    <a:pt x="3952945" y="0"/>
                  </a:lnTo>
                  <a:lnTo>
                    <a:pt x="3952945" y="4563285"/>
                  </a:lnTo>
                  <a:lnTo>
                    <a:pt x="0" y="4563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137344" y="0"/>
              <a:ext cx="4488944" cy="4488944"/>
            </a:xfrm>
            <a:custGeom>
              <a:avLst/>
              <a:gdLst/>
              <a:ahLst/>
              <a:cxnLst/>
              <a:rect r="r" b="b" t="t" l="l"/>
              <a:pathLst>
                <a:path h="4488944" w="4488944">
                  <a:moveTo>
                    <a:pt x="0" y="0"/>
                  </a:moveTo>
                  <a:lnTo>
                    <a:pt x="4488944" y="0"/>
                  </a:lnTo>
                  <a:lnTo>
                    <a:pt x="4488944" y="4488944"/>
                  </a:lnTo>
                  <a:lnTo>
                    <a:pt x="0" y="448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-1705725">
              <a:off x="2246804" y="2076989"/>
              <a:ext cx="2990878" cy="1379543"/>
            </a:xfrm>
            <a:custGeom>
              <a:avLst/>
              <a:gdLst/>
              <a:ahLst/>
              <a:cxnLst/>
              <a:rect r="r" b="b" t="t" l="l"/>
              <a:pathLst>
                <a:path h="1379543" w="2990878">
                  <a:moveTo>
                    <a:pt x="0" y="0"/>
                  </a:moveTo>
                  <a:lnTo>
                    <a:pt x="2990879" y="0"/>
                  </a:lnTo>
                  <a:lnTo>
                    <a:pt x="2990879" y="1379543"/>
                  </a:lnTo>
                  <a:lnTo>
                    <a:pt x="0" y="1379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1765647">
              <a:off x="9606189" y="2076989"/>
              <a:ext cx="2990878" cy="1379543"/>
            </a:xfrm>
            <a:custGeom>
              <a:avLst/>
              <a:gdLst/>
              <a:ahLst/>
              <a:cxnLst/>
              <a:rect r="r" b="b" t="t" l="l"/>
              <a:pathLst>
                <a:path h="1379543" w="2990878">
                  <a:moveTo>
                    <a:pt x="0" y="0"/>
                  </a:moveTo>
                  <a:lnTo>
                    <a:pt x="2990879" y="0"/>
                  </a:lnTo>
                  <a:lnTo>
                    <a:pt x="2990879" y="1379543"/>
                  </a:lnTo>
                  <a:lnTo>
                    <a:pt x="0" y="1379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5689269" y="817108"/>
              <a:ext cx="5608194" cy="614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b="true" sz="2795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TECHSHARE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276267" y="1028700"/>
            <a:ext cx="9299985" cy="1066931"/>
            <a:chOff x="0" y="0"/>
            <a:chExt cx="9811409" cy="11256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11409" cy="1125604"/>
            </a:xfrm>
            <a:custGeom>
              <a:avLst/>
              <a:gdLst/>
              <a:ahLst/>
              <a:cxnLst/>
              <a:rect r="r" b="b" t="t" l="l"/>
              <a:pathLst>
                <a:path h="1125604" w="9811409">
                  <a:moveTo>
                    <a:pt x="9811409" y="562802"/>
                  </a:moveTo>
                  <a:lnTo>
                    <a:pt x="9608209" y="1125604"/>
                  </a:lnTo>
                  <a:lnTo>
                    <a:pt x="203200" y="1125604"/>
                  </a:lnTo>
                  <a:lnTo>
                    <a:pt x="0" y="562802"/>
                  </a:lnTo>
                  <a:lnTo>
                    <a:pt x="203200" y="0"/>
                  </a:lnTo>
                  <a:lnTo>
                    <a:pt x="9608209" y="0"/>
                  </a:lnTo>
                  <a:lnTo>
                    <a:pt x="9811409" y="5628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9582809" cy="116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12237" y="1053663"/>
            <a:ext cx="8502780" cy="91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9"/>
              </a:lnSpc>
              <a:spcBef>
                <a:spcPct val="0"/>
              </a:spcBef>
            </a:pPr>
            <a:r>
              <a:rPr lang="en-US" b="true" sz="533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SOLUÇÃO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-276267" y="2849061"/>
            <a:ext cx="12841363" cy="1089804"/>
            <a:chOff x="0" y="0"/>
            <a:chExt cx="9510419" cy="8071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10419" cy="807118"/>
            </a:xfrm>
            <a:custGeom>
              <a:avLst/>
              <a:gdLst/>
              <a:ahLst/>
              <a:cxnLst/>
              <a:rect r="r" b="b" t="t" l="l"/>
              <a:pathLst>
                <a:path h="807118" w="9510419">
                  <a:moveTo>
                    <a:pt x="9510419" y="403559"/>
                  </a:moveTo>
                  <a:lnTo>
                    <a:pt x="9307219" y="807118"/>
                  </a:lnTo>
                  <a:lnTo>
                    <a:pt x="203200" y="807118"/>
                  </a:lnTo>
                  <a:lnTo>
                    <a:pt x="0" y="403559"/>
                  </a:lnTo>
                  <a:lnTo>
                    <a:pt x="203200" y="0"/>
                  </a:lnTo>
                  <a:lnTo>
                    <a:pt x="9307219" y="0"/>
                  </a:lnTo>
                  <a:lnTo>
                    <a:pt x="9510419" y="403559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114300" y="-38100"/>
              <a:ext cx="9281819" cy="845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27412" y="2869708"/>
            <a:ext cx="11838609" cy="9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2"/>
              </a:lnSpc>
            </a:pPr>
            <a:r>
              <a:rPr lang="en-US" sz="284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 TechShare será o intermédio que conectará quem quer doar com quem precisa.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08386" y="5538303"/>
            <a:ext cx="2233072" cy="2233072"/>
          </a:xfrm>
          <a:custGeom>
            <a:avLst/>
            <a:gdLst/>
            <a:ahLst/>
            <a:cxnLst/>
            <a:rect r="r" b="b" t="t" l="l"/>
            <a:pathLst>
              <a:path h="2233072" w="2233072">
                <a:moveTo>
                  <a:pt x="0" y="0"/>
                </a:moveTo>
                <a:lnTo>
                  <a:pt x="2233072" y="0"/>
                </a:lnTo>
                <a:lnTo>
                  <a:pt x="2233072" y="2233072"/>
                </a:lnTo>
                <a:lnTo>
                  <a:pt x="0" y="2233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754036" y="5538303"/>
            <a:ext cx="2137387" cy="2233072"/>
          </a:xfrm>
          <a:custGeom>
            <a:avLst/>
            <a:gdLst/>
            <a:ahLst/>
            <a:cxnLst/>
            <a:rect r="r" b="b" t="t" l="l"/>
            <a:pathLst>
              <a:path h="2233072" w="2137387">
                <a:moveTo>
                  <a:pt x="0" y="0"/>
                </a:moveTo>
                <a:lnTo>
                  <a:pt x="2137387" y="0"/>
                </a:lnTo>
                <a:lnTo>
                  <a:pt x="2137387" y="2233072"/>
                </a:lnTo>
                <a:lnTo>
                  <a:pt x="0" y="22330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38" t="0" r="-2238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83470" y="5538303"/>
            <a:ext cx="2233072" cy="2233072"/>
          </a:xfrm>
          <a:custGeom>
            <a:avLst/>
            <a:gdLst/>
            <a:ahLst/>
            <a:cxnLst/>
            <a:rect r="r" b="b" t="t" l="l"/>
            <a:pathLst>
              <a:path h="2233072" w="2233072">
                <a:moveTo>
                  <a:pt x="0" y="0"/>
                </a:moveTo>
                <a:lnTo>
                  <a:pt x="2233073" y="0"/>
                </a:lnTo>
                <a:lnTo>
                  <a:pt x="2233073" y="2233072"/>
                </a:lnTo>
                <a:lnTo>
                  <a:pt x="0" y="2233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479" r="-2959" b="-1479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37407" y="3891711"/>
            <a:ext cx="11137354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camada de fronte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d,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spon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sá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pela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interface com o usuári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o,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foi desenv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lvid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util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iz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ando as linguage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HTML5, CSS3 e Jav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aScr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ipt.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283442" y="1614153"/>
            <a:ext cx="9299985" cy="1066931"/>
            <a:chOff x="0" y="0"/>
            <a:chExt cx="9811409" cy="11256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11409" cy="1125604"/>
            </a:xfrm>
            <a:custGeom>
              <a:avLst/>
              <a:gdLst/>
              <a:ahLst/>
              <a:cxnLst/>
              <a:rect r="r" b="b" t="t" l="l"/>
              <a:pathLst>
                <a:path h="1125604" w="9811409">
                  <a:moveTo>
                    <a:pt x="9811409" y="562802"/>
                  </a:moveTo>
                  <a:lnTo>
                    <a:pt x="9608209" y="1125604"/>
                  </a:lnTo>
                  <a:lnTo>
                    <a:pt x="203200" y="1125604"/>
                  </a:lnTo>
                  <a:lnTo>
                    <a:pt x="0" y="562802"/>
                  </a:lnTo>
                  <a:lnTo>
                    <a:pt x="203200" y="0"/>
                  </a:lnTo>
                  <a:lnTo>
                    <a:pt x="9608209" y="0"/>
                  </a:lnTo>
                  <a:lnTo>
                    <a:pt x="9811409" y="5628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9582809" cy="116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16435" y="1455741"/>
            <a:ext cx="11058326" cy="125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  <a:spcBef>
                <a:spcPct val="0"/>
              </a:spcBef>
            </a:pPr>
            <a:r>
              <a:rPr lang="en-US" b="true" sz="7348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FERRAMENTAS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6829" y="7933555"/>
            <a:ext cx="2276186" cy="44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73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HTML5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84636" y="7933555"/>
            <a:ext cx="2276186" cy="44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73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CSS3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61913" y="7933555"/>
            <a:ext cx="2276186" cy="44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73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52033" y="544296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56392" y="5978464"/>
            <a:ext cx="3931137" cy="1965569"/>
          </a:xfrm>
          <a:custGeom>
            <a:avLst/>
            <a:gdLst/>
            <a:ahLst/>
            <a:cxnLst/>
            <a:rect r="r" b="b" t="t" l="l"/>
            <a:pathLst>
              <a:path h="1965569" w="3931137">
                <a:moveTo>
                  <a:pt x="0" y="0"/>
                </a:moveTo>
                <a:lnTo>
                  <a:pt x="3931137" y="0"/>
                </a:lnTo>
                <a:lnTo>
                  <a:pt x="3931137" y="1965568"/>
                </a:lnTo>
                <a:lnTo>
                  <a:pt x="0" y="1965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34469" y="4975488"/>
            <a:ext cx="3971520" cy="3971520"/>
          </a:xfrm>
          <a:custGeom>
            <a:avLst/>
            <a:gdLst/>
            <a:ahLst/>
            <a:cxnLst/>
            <a:rect r="r" b="b" t="t" l="l"/>
            <a:pathLst>
              <a:path h="3971520" w="3971520">
                <a:moveTo>
                  <a:pt x="0" y="0"/>
                </a:moveTo>
                <a:lnTo>
                  <a:pt x="3971520" y="0"/>
                </a:lnTo>
                <a:lnTo>
                  <a:pt x="3971520" y="3971520"/>
                </a:lnTo>
                <a:lnTo>
                  <a:pt x="0" y="3971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297850" y="1345404"/>
            <a:ext cx="9299985" cy="1066931"/>
            <a:chOff x="0" y="0"/>
            <a:chExt cx="9811409" cy="11256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11409" cy="1125604"/>
            </a:xfrm>
            <a:custGeom>
              <a:avLst/>
              <a:gdLst/>
              <a:ahLst/>
              <a:cxnLst/>
              <a:rect r="r" b="b" t="t" l="l"/>
              <a:pathLst>
                <a:path h="1125604" w="9811409">
                  <a:moveTo>
                    <a:pt x="9811409" y="562802"/>
                  </a:moveTo>
                  <a:lnTo>
                    <a:pt x="9608209" y="1125604"/>
                  </a:lnTo>
                  <a:lnTo>
                    <a:pt x="203200" y="1125604"/>
                  </a:lnTo>
                  <a:lnTo>
                    <a:pt x="0" y="562802"/>
                  </a:lnTo>
                  <a:lnTo>
                    <a:pt x="203200" y="0"/>
                  </a:lnTo>
                  <a:lnTo>
                    <a:pt x="9608209" y="0"/>
                  </a:lnTo>
                  <a:lnTo>
                    <a:pt x="9811409" y="5628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38100"/>
              <a:ext cx="9582809" cy="116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175872" y="5785219"/>
            <a:ext cx="2130087" cy="2130087"/>
          </a:xfrm>
          <a:custGeom>
            <a:avLst/>
            <a:gdLst/>
            <a:ahLst/>
            <a:cxnLst/>
            <a:rect r="r" b="b" t="t" l="l"/>
            <a:pathLst>
              <a:path h="2130087" w="2130087">
                <a:moveTo>
                  <a:pt x="0" y="0"/>
                </a:moveTo>
                <a:lnTo>
                  <a:pt x="2130088" y="0"/>
                </a:lnTo>
                <a:lnTo>
                  <a:pt x="2130088" y="2130087"/>
                </a:lnTo>
                <a:lnTo>
                  <a:pt x="0" y="21300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80805" y="3638138"/>
            <a:ext cx="13078885" cy="213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 cama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 de backend, ut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ilizou-se o ambient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de execuçã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Node.js, em conjunto com o framework Express.js e a linguagem de programação TypeScript par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estruturar a API da a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plicação.</a:t>
            </a:r>
          </a:p>
          <a:p>
            <a:pPr algn="just">
              <a:lnSpc>
                <a:spcPts val="3380"/>
              </a:lnSpc>
            </a:pPr>
          </a:p>
          <a:p>
            <a:pPr algn="just">
              <a:lnSpc>
                <a:spcPts val="338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83504" y="8093972"/>
            <a:ext cx="2476913" cy="48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29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Node.Js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81773" y="8121432"/>
            <a:ext cx="2476913" cy="48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29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Express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2028" y="1186991"/>
            <a:ext cx="11058326" cy="125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  <a:spcBef>
                <a:spcPct val="0"/>
              </a:spcBef>
            </a:pPr>
            <a:r>
              <a:rPr lang="en-US" b="true" sz="7348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FERRAMENTAS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04809" y="8038862"/>
            <a:ext cx="2476913" cy="48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29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TypeScript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626114" y="4939461"/>
            <a:ext cx="7398069" cy="4904480"/>
          </a:xfrm>
          <a:custGeom>
            <a:avLst/>
            <a:gdLst/>
            <a:ahLst/>
            <a:cxnLst/>
            <a:rect r="r" b="b" t="t" l="l"/>
            <a:pathLst>
              <a:path h="4904480" w="7398069">
                <a:moveTo>
                  <a:pt x="0" y="0"/>
                </a:moveTo>
                <a:lnTo>
                  <a:pt x="7398069" y="0"/>
                </a:lnTo>
                <a:lnTo>
                  <a:pt x="7398069" y="4904480"/>
                </a:lnTo>
                <a:lnTo>
                  <a:pt x="0" y="490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99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2546462" y="7089839"/>
            <a:ext cx="5986468" cy="1512321"/>
            <a:chOff x="0" y="0"/>
            <a:chExt cx="4433627" cy="11200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33627" cy="1120037"/>
            </a:xfrm>
            <a:custGeom>
              <a:avLst/>
              <a:gdLst/>
              <a:ahLst/>
              <a:cxnLst/>
              <a:rect r="r" b="b" t="t" l="l"/>
              <a:pathLst>
                <a:path h="1120037" w="4433627">
                  <a:moveTo>
                    <a:pt x="4433627" y="560019"/>
                  </a:moveTo>
                  <a:lnTo>
                    <a:pt x="4230427" y="1120037"/>
                  </a:lnTo>
                  <a:lnTo>
                    <a:pt x="203200" y="1120037"/>
                  </a:lnTo>
                  <a:lnTo>
                    <a:pt x="0" y="560019"/>
                  </a:lnTo>
                  <a:lnTo>
                    <a:pt x="203200" y="0"/>
                  </a:lnTo>
                  <a:lnTo>
                    <a:pt x="4230427" y="0"/>
                  </a:lnTo>
                  <a:lnTo>
                    <a:pt x="4433627" y="560019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4205027" cy="1158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12166" y="7177160"/>
            <a:ext cx="5170391" cy="131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6"/>
              </a:lnSpc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 Figura apresenta o diagrama entidade-relacionamento (DER) da base de dados.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240219" y="981450"/>
            <a:ext cx="9299985" cy="1066931"/>
            <a:chOff x="0" y="0"/>
            <a:chExt cx="9811409" cy="11256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11409" cy="1125604"/>
            </a:xfrm>
            <a:custGeom>
              <a:avLst/>
              <a:gdLst/>
              <a:ahLst/>
              <a:cxnLst/>
              <a:rect r="r" b="b" t="t" l="l"/>
              <a:pathLst>
                <a:path h="1125604" w="9811409">
                  <a:moveTo>
                    <a:pt x="9811409" y="562802"/>
                  </a:moveTo>
                  <a:lnTo>
                    <a:pt x="9608209" y="1125604"/>
                  </a:lnTo>
                  <a:lnTo>
                    <a:pt x="203200" y="1125604"/>
                  </a:lnTo>
                  <a:lnTo>
                    <a:pt x="0" y="562802"/>
                  </a:lnTo>
                  <a:lnTo>
                    <a:pt x="203200" y="0"/>
                  </a:lnTo>
                  <a:lnTo>
                    <a:pt x="9608209" y="0"/>
                  </a:lnTo>
                  <a:lnTo>
                    <a:pt x="9811409" y="562802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38100"/>
              <a:ext cx="9582809" cy="1163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59658" y="823038"/>
            <a:ext cx="11058326" cy="125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8"/>
              </a:lnSpc>
              <a:spcBef>
                <a:spcPct val="0"/>
              </a:spcBef>
            </a:pPr>
            <a:r>
              <a:rPr lang="en-US" b="true" sz="7348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FERRAMENTAS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40571" y="5842152"/>
            <a:ext cx="2231429" cy="2231429"/>
          </a:xfrm>
          <a:custGeom>
            <a:avLst/>
            <a:gdLst/>
            <a:ahLst/>
            <a:cxnLst/>
            <a:rect r="r" b="b" t="t" l="l"/>
            <a:pathLst>
              <a:path h="2231429" w="2231429">
                <a:moveTo>
                  <a:pt x="0" y="0"/>
                </a:moveTo>
                <a:lnTo>
                  <a:pt x="2231429" y="0"/>
                </a:lnTo>
                <a:lnTo>
                  <a:pt x="2231429" y="2231429"/>
                </a:lnTo>
                <a:lnTo>
                  <a:pt x="0" y="22314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14054" y="8118051"/>
            <a:ext cx="2476913" cy="48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29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MySQL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4054" y="3058254"/>
            <a:ext cx="8966516" cy="8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  <a:spcBef>
                <a:spcPct val="0"/>
              </a:spcBef>
            </a:pPr>
            <a:r>
              <a:rPr lang="en-US" sz="262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Como sistema de armazenamento, optou-se pelo MySQL, um sistema gerenciador de banco de dados relacional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197" t="-35559" r="-324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0828" y="625694"/>
            <a:ext cx="11070431" cy="951365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39275" y="-420173"/>
            <a:ext cx="8181765" cy="8680918"/>
          </a:xfrm>
          <a:custGeom>
            <a:avLst/>
            <a:gdLst/>
            <a:ahLst/>
            <a:cxnLst/>
            <a:rect r="r" b="b" t="t" l="l"/>
            <a:pathLst>
              <a:path h="8680918" w="8181765">
                <a:moveTo>
                  <a:pt x="0" y="0"/>
                </a:moveTo>
                <a:lnTo>
                  <a:pt x="8181765" y="0"/>
                </a:lnTo>
                <a:lnTo>
                  <a:pt x="8181765" y="8680919"/>
                </a:lnTo>
                <a:lnTo>
                  <a:pt x="0" y="8680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0" y="9944187"/>
            <a:ext cx="18288000" cy="342813"/>
            <a:chOff x="0" y="0"/>
            <a:chExt cx="783733" cy="14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3733" cy="14691"/>
            </a:xfrm>
            <a:custGeom>
              <a:avLst/>
              <a:gdLst/>
              <a:ahLst/>
              <a:cxnLst/>
              <a:rect r="r" b="b" t="t" l="l"/>
              <a:pathLst>
                <a:path h="14691" w="783733">
                  <a:moveTo>
                    <a:pt x="0" y="0"/>
                  </a:moveTo>
                  <a:lnTo>
                    <a:pt x="783733" y="0"/>
                  </a:lnTo>
                  <a:lnTo>
                    <a:pt x="783733" y="14691"/>
                  </a:lnTo>
                  <a:lnTo>
                    <a:pt x="0" y="14691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83733" cy="52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817999">
            <a:off x="12933815" y="-1046710"/>
            <a:ext cx="1478513" cy="4006195"/>
            <a:chOff x="0" y="0"/>
            <a:chExt cx="389403" cy="1055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03" cy="1055129"/>
            </a:xfrm>
            <a:custGeom>
              <a:avLst/>
              <a:gdLst/>
              <a:ahLst/>
              <a:cxnLst/>
              <a:rect r="r" b="b" t="t" l="l"/>
              <a:pathLst>
                <a:path h="1055129" w="389403">
                  <a:moveTo>
                    <a:pt x="0" y="0"/>
                  </a:moveTo>
                  <a:lnTo>
                    <a:pt x="389403" y="0"/>
                  </a:lnTo>
                  <a:lnTo>
                    <a:pt x="389403" y="1055129"/>
                  </a:lnTo>
                  <a:lnTo>
                    <a:pt x="0" y="1055129"/>
                  </a:lnTo>
                  <a:close/>
                </a:path>
              </a:pathLst>
            </a:custGeom>
            <a:gradFill rotWithShape="true">
              <a:gsLst>
                <a:gs pos="0">
                  <a:srgbClr val="1DAA00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9403" cy="1093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140766" y="2563232"/>
            <a:ext cx="822532" cy="285830"/>
          </a:xfrm>
          <a:custGeom>
            <a:avLst/>
            <a:gdLst/>
            <a:ahLst/>
            <a:cxnLst/>
            <a:rect r="r" b="b" t="t" l="l"/>
            <a:pathLst>
              <a:path h="285830" w="822532">
                <a:moveTo>
                  <a:pt x="0" y="0"/>
                </a:moveTo>
                <a:lnTo>
                  <a:pt x="822533" y="0"/>
                </a:lnTo>
                <a:lnTo>
                  <a:pt x="822533" y="285829"/>
                </a:lnTo>
                <a:lnTo>
                  <a:pt x="0" y="28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663869" y="5301122"/>
            <a:ext cx="1248262" cy="107272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59690" y="625694"/>
            <a:ext cx="769614" cy="661387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002C04">
                    <a:alpha val="100000"/>
                  </a:srgbClr>
                </a:gs>
                <a:gs pos="100000">
                  <a:srgbClr val="0676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17189" y="3957385"/>
            <a:ext cx="13712868" cy="255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88"/>
              </a:lnSpc>
              <a:spcBef>
                <a:spcPct val="0"/>
              </a:spcBef>
            </a:pPr>
            <a:r>
              <a:rPr lang="en-US" b="true" sz="7348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AGRADECEMOS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DAGqzsoaEt4</dc:identifier>
  <dcterms:modified xsi:type="dcterms:W3CDTF">2011-08-01T06:04:30Z</dcterms:modified>
  <cp:revision>1</cp:revision>
  <dc:title>projeto integrador</dc:title>
</cp:coreProperties>
</file>